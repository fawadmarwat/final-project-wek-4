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414" y="-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6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3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4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3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7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1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3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5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60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3267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7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65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88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3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4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18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218" y="1365069"/>
            <a:ext cx="7604821" cy="2445661"/>
          </a:xfrm>
        </p:spPr>
        <p:txBody>
          <a:bodyPr/>
          <a:lstStyle/>
          <a:p>
            <a:pPr algn="ctr"/>
            <a:r>
              <a:rPr sz="4800" b="1" dirty="0">
                <a:solidFill>
                  <a:srgbClr val="C00000"/>
                </a:solidFill>
              </a:rPr>
              <a:t>End-to-End Business </a:t>
            </a:r>
            <a:r>
              <a:rPr sz="4400" b="1" dirty="0">
                <a:solidFill>
                  <a:srgbClr val="C00000"/>
                </a:solidFill>
              </a:rPr>
              <a:t>Intelligence &amp; Predictive Analytics System</a:t>
            </a:r>
            <a:endParaRPr sz="80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3458" y="4696097"/>
            <a:ext cx="7016993" cy="1058092"/>
          </a:xfrm>
        </p:spPr>
        <p:txBody>
          <a:bodyPr>
            <a:normAutofit fontScale="77500" lnSpcReduction="20000"/>
          </a:bodyPr>
          <a:lstStyle/>
          <a:p>
            <a:r>
              <a:rPr b="1" dirty="0"/>
              <a:t>APTURA TECH SOLUTIONS – Week 04 Final Project</a:t>
            </a:r>
          </a:p>
          <a:p>
            <a:r>
              <a:rPr b="1" dirty="0"/>
              <a:t>FAWAD KHAN | Data Science Batch 2</a:t>
            </a:r>
          </a:p>
          <a:p>
            <a:r>
              <a:rPr b="1" dirty="0" err="1"/>
              <a:t>Dawood</a:t>
            </a:r>
            <a:r>
              <a:rPr b="1" dirty="0"/>
              <a:t> University of Engineering &amp; Technology, Karachi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Employee Attrition Prediction</a:t>
            </a:r>
          </a:p>
          <a:p>
            <a:pPr>
              <a:defRPr sz="2200"/>
            </a:pPr>
            <a:r>
              <a:rPr dirty="0"/>
              <a:t>Business Intelligence + Predictive Analytics</a:t>
            </a:r>
          </a:p>
          <a:p>
            <a:pPr>
              <a:defRPr sz="2200"/>
            </a:pPr>
            <a:r>
              <a:rPr dirty="0"/>
              <a:t>Production-oriented modular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Employee turnover increases organizational cost</a:t>
            </a:r>
          </a:p>
          <a:p>
            <a:pPr>
              <a:defRPr sz="2200"/>
            </a:pPr>
            <a:r>
              <a:t>Identify factors associated with attrition</a:t>
            </a:r>
          </a:p>
          <a:p>
            <a:pPr>
              <a:defRPr sz="2200"/>
            </a:pPr>
            <a:r>
              <a:t>Support HR retention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Employee Attrition dataset</a:t>
            </a:r>
          </a:p>
          <a:p>
            <a:pPr>
              <a:defRPr sz="2200"/>
            </a:pPr>
            <a:r>
              <a:t>Cleaning → Feature Engineering → Modeling</a:t>
            </a:r>
          </a:p>
          <a:p>
            <a:pPr>
              <a:defRPr sz="2200"/>
            </a:pPr>
            <a:r>
              <a:t>Tuning → Evaluation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Income_Group</a:t>
            </a:r>
          </a:p>
          <a:p>
            <a:pPr>
              <a:defRPr sz="2200"/>
            </a:pPr>
            <a:r>
              <a:t>Experience_Group</a:t>
            </a:r>
          </a:p>
          <a:p>
            <a:pPr>
              <a:defRPr sz="2200"/>
            </a:pPr>
            <a:r>
              <a:t>Working_Hours_Group</a:t>
            </a:r>
          </a:p>
          <a:p>
            <a:pPr>
              <a:defRPr sz="2200"/>
            </a:pPr>
            <a:r>
              <a:t>Salary_Level, Long_Term, Senior_Employee, High_Performer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Attrition distribution</a:t>
            </a:r>
          </a:p>
          <a:p>
            <a:pPr>
              <a:defRPr sz="2200"/>
            </a:pPr>
            <a:r>
              <a:t>Department, gender and overtime analysis</a:t>
            </a:r>
          </a:p>
          <a:p>
            <a:pPr>
              <a:defRPr sz="2200"/>
            </a:pPr>
            <a:r>
              <a:t>Job satisfaction, age and income analysis</a:t>
            </a:r>
          </a:p>
          <a:p>
            <a:pPr>
              <a:defRPr sz="2200"/>
            </a:pPr>
            <a:r>
              <a:t>Correlation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Logistic Regression</a:t>
            </a:r>
          </a:p>
          <a:p>
            <a:pPr>
              <a:defRPr sz="2200"/>
            </a:pPr>
            <a:r>
              <a:t>Decision Tree</a:t>
            </a:r>
          </a:p>
          <a:p>
            <a:pPr>
              <a:defRPr sz="2200"/>
            </a:pPr>
            <a:r>
              <a:t>Random Forest</a:t>
            </a:r>
          </a:p>
          <a:p>
            <a:pPr>
              <a:defRPr sz="2200"/>
            </a:pPr>
            <a:r>
              <a:t>GridSearchCV + cross-validation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Accuracy, Precision, Recall, F1-Score</a:t>
            </a:r>
          </a:p>
          <a:p>
            <a:pPr>
              <a:defRPr sz="2200"/>
            </a:pPr>
            <a:r>
              <a:t>Confusion Matrix</a:t>
            </a:r>
          </a:p>
          <a:p>
            <a:pPr>
              <a:defRPr sz="2200"/>
            </a:pPr>
            <a:r>
              <a:t>Classification Report</a:t>
            </a:r>
          </a:p>
          <a:p>
            <a:pPr>
              <a:defRPr sz="2200"/>
            </a:pPr>
            <a:r>
              <a:t>Select model using validation and business 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Executive KPIs</a:t>
            </a:r>
          </a:p>
          <a:p>
            <a:pPr>
              <a:defRPr sz="2200"/>
            </a:pPr>
            <a:r>
              <a:t>Department and overtime analysis</a:t>
            </a:r>
          </a:p>
          <a:p>
            <a:pPr>
              <a:defRPr sz="2200"/>
            </a:pPr>
            <a:r>
              <a:t>Feature importance</a:t>
            </a:r>
          </a:p>
          <a:p>
            <a:pPr>
              <a:defRPr sz="2200"/>
            </a:pPr>
            <a:r>
              <a:t>Prediction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Testing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Data/model/UI tests</a:t>
            </a:r>
          </a:p>
          <a:p>
            <a:pPr>
              <a:defRPr sz="2200"/>
            </a:pPr>
            <a:r>
              <a:t>Authentication and authorization</a:t>
            </a:r>
          </a:p>
          <a:p>
            <a:pPr>
              <a:defRPr sz="2200"/>
            </a:pPr>
            <a:r>
              <a:t>HTTPS, secure secrets and input validation</a:t>
            </a:r>
          </a:p>
          <a:p>
            <a:pPr>
              <a:defRPr sz="2200"/>
            </a:pPr>
            <a:r>
              <a:t>Logging and error handling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Scalability to 1,000,000 Records/Users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balancer + horizontal scaling</a:t>
            </a:r>
          </a:p>
          <a:p>
            <a:pPr>
              <a:defRPr sz="2200"/>
            </a:pPr>
            <a:r>
              <a:t>Containers and managed storage</a:t>
            </a:r>
          </a:p>
          <a:p>
            <a:pPr>
              <a:defRPr sz="2200"/>
            </a:pPr>
            <a:r>
              <a:t>Caching + asynchronous processing</a:t>
            </a:r>
          </a:p>
          <a:p>
            <a:pPr>
              <a:defRPr sz="2200"/>
            </a:pPr>
            <a:r>
              <a:t>Dedicated model inference service</a:t>
            </a:r>
          </a:p>
          <a:p>
            <a:pPr>
              <a:defRPr sz="2200"/>
            </a:pPr>
            <a:r>
              <a:t>Monitoring and backups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Technical Risks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Overfitting → cross-validation and tuning</a:t>
            </a:r>
          </a:p>
          <a:p>
            <a:pPr>
              <a:defRPr sz="2200"/>
            </a:pPr>
            <a:r>
              <a:t>Data leakage → pipeline preprocessing</a:t>
            </a:r>
          </a:p>
          <a:p>
            <a:pPr>
              <a:defRPr sz="2200"/>
            </a:pPr>
            <a:r>
              <a:t>Poor quality → validation and monitoring</a:t>
            </a:r>
          </a:p>
          <a:p>
            <a:pPr>
              <a:defRPr sz="2200"/>
            </a:pPr>
            <a:r>
              <a:t>Security → RBAC, encryption, input validation</a:t>
            </a:r>
          </a:p>
          <a:p>
            <a:pPr>
              <a:defRPr sz="2200"/>
            </a:pPr>
            <a:r>
              <a:t>Performance → caching/distributed processing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production-oriented solution</a:t>
            </a:r>
          </a:p>
          <a:p>
            <a:pPr>
              <a:defRPr sz="2200"/>
            </a:pPr>
            <a:r>
              <a:t>Predictive HR insights</a:t>
            </a:r>
          </a:p>
          <a:p>
            <a:pPr>
              <a:defRPr sz="2200"/>
            </a:pPr>
            <a:r>
              <a:t>Architecture ready for future scaling and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Authentication/login</a:t>
            </a:r>
          </a:p>
          <a:p>
            <a:pPr>
              <a:defRPr sz="2200"/>
            </a:pPr>
            <a:r>
              <a:t>Dashboard overview</a:t>
            </a:r>
          </a:p>
          <a:p>
            <a:pPr>
              <a:defRPr sz="2200"/>
            </a:pPr>
            <a:r>
              <a:t>Interactive analytics</a:t>
            </a:r>
          </a:p>
          <a:p>
            <a:pPr>
              <a:defRPr sz="2200"/>
            </a:pPr>
            <a:r>
              <a:t>Prediction example</a:t>
            </a:r>
          </a:p>
          <a:p>
            <a:pPr>
              <a:defRPr sz="2200"/>
            </a:pPr>
            <a:r>
              <a:t>Model results</a:t>
            </a:r>
          </a:p>
          <a:p>
            <a:pPr>
              <a:defRPr sz="2200"/>
            </a:pPr>
            <a:r>
              <a:t>Business insights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249</Words>
  <Application>Microsoft Office PowerPoint</Application>
  <PresentationFormat>On-screen Show (4:3)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End-to-End Business Intelligence &amp; Predictive Analytics System</vt:lpstr>
      <vt:lpstr>Project Overview</vt:lpstr>
      <vt:lpstr>Problem Statement</vt:lpstr>
      <vt:lpstr>Dataset &amp; Workflow</vt:lpstr>
      <vt:lpstr>Feature Engineering</vt:lpstr>
      <vt:lpstr>EDA</vt:lpstr>
      <vt:lpstr>Machine Learning</vt:lpstr>
      <vt:lpstr>Evaluation</vt:lpstr>
      <vt:lpstr>Dashboard</vt:lpstr>
      <vt:lpstr>Testing &amp; Security</vt:lpstr>
      <vt:lpstr>Scalability to 1,000,000 Records/Users</vt:lpstr>
      <vt:lpstr>Technical Risks &amp; Solutions</vt:lpstr>
      <vt:lpstr>Conclusion</vt:lpstr>
      <vt:lpstr>Demo Checklist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Business Intelligence &amp; Predictive Analytics System</dc:title>
  <dc:subject/>
  <dc:creator>Fawad Khan Marwat</dc:creator>
  <cp:keywords/>
  <dc:description>generated using python-pptx</dc:description>
  <cp:lastModifiedBy>Fawad Khan Marwat</cp:lastModifiedBy>
  <cp:revision>3</cp:revision>
  <dcterms:created xsi:type="dcterms:W3CDTF">2013-01-27T09:14:16Z</dcterms:created>
  <dcterms:modified xsi:type="dcterms:W3CDTF">2026-08-08T12:28:00Z</dcterms:modified>
  <cp:category/>
</cp:coreProperties>
</file>